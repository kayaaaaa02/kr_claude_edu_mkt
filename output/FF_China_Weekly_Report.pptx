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F&amp;F China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4CC9F0"/>
                </a:solidFill>
              </a:defRPr>
            </a:pPr>
            <a:r>
              <a:t>Weekly Sales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</a:defRPr>
            </a:pPr>
            <a:r>
              <a:t>2026-05-05 ~ 2026-05-11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Prepared for Executive Committee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2026-05-05 ~ 2026-05-11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46888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AAAAA"/>
                </a:solidFill>
              </a:defRPr>
            </a:pPr>
            <a:r>
              <a:t>TOTAL REVENUE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¥3,543万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645920"/>
            <a:ext cx="246888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AAAAA"/>
                </a:solidFill>
              </a:defRPr>
            </a:pPr>
            <a:r>
              <a:t>GROSS PROFIT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¥2,038万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246888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AAAAA"/>
                </a:solidFill>
              </a:defRPr>
            </a:pPr>
            <a:r>
              <a:t>GROSS MARGIN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57.5%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645920"/>
            <a:ext cx="2468880" cy="1463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AAAAAA"/>
                </a:solidFill>
              </a:defRPr>
            </a:pPr>
            <a:r>
              <a:t>UNITS SOLD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88,288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Tmall remains #1 channel with ¥1,151万 revenue (32.5% share)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MLB Cap is the top category generating ¥965万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Average selling price: ¥401/unit across all channels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</a:defRPr>
            </a:pPr>
            <a:r>
              <a:t>• Douyin channel showing strong volume with 16,456 units sold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Channel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 (CNY)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Tmall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¥11,510,386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27,440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¥6,624,165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JD.com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¥8,208,957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20,078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¥4,743,041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57.8%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Douyin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¥5,973,020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16,456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¥3,434,323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57.5%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Offline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¥5,882,635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14,232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¥3,372,110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WeChat Mini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¥3,851,123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10,082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¥2,205,560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57.3%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</a:defRPr>
            </a:pPr>
            <a:r>
              <a:t>Category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2801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6096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Revenue (CNY)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Quantity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Gross Profit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MLB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¥9,646,483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24,153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¥5,482,535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56.8%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MLB Apparel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¥7,645,999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20,048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¥4,474,136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58.5%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Discovery Apparel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¥6,479,972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15,137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¥3,759,993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58.0%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MLB Bag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¥6,309,359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16,104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¥3,511,434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55.7%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Discovery Shoes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¥5,344,308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12,846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¥3,151,102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A1A2E"/>
                          </a:solidFill>
                        </a:defRPr>
                      </a:pPr>
                      <a:r>
                        <a:t>59.0%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C9F0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Total weekly revenue reached ¥3,543万 with 57.5% gross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Tmall and JD.com continue to dominate as primary revenue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MLB Cap category leads across all channels — high demand sustained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Discovery brand categories show opportunity for growth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Douyin live-commerce channel growing steadily — consider increased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C9F0"/>
                </a:solidFill>
              </a:defRPr>
            </a:pPr>
            <a: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Increase Douyin live-streaming sessions during peak hours (8-10PM)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Launch MLB Cap x Local Artist collab on WeChat Mini Program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Review Discovery Shoes pricing strategy — current margin below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</a:defRPr>
            </a:pPr>
            <a:r>
              <a:t>• Prepare for 618 Shopping Festival promotional campaign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